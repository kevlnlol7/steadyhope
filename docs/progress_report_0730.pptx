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9c56052ae4571" /><Relationship Type="http://schemas.openxmlformats.org/officeDocument/2006/relationships/extended-properties" Target="/docProps/app.xml" Id="Rcaf11511669349be" /><Relationship Type="http://schemas.openxmlformats.org/officeDocument/2006/relationships/officeDocument" Target="/ppt/presentation.xml" Id="Rf029a7f4ed83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907eae80d4189"/>
  </p:sldMasterIdLst>
  <p:notesMasterIdLst>
    <p:notesMasterId xmlns:r="http://schemas.openxmlformats.org/officeDocument/2006/relationships" r:id="Rb685c81f662d4888"/>
  </p:notesMasterIdLst>
  <p:sldIdLst>
    <p:sldId xmlns:r="http://schemas.openxmlformats.org/officeDocument/2006/relationships" id="256" r:id="Ra6780f9fc61740a5"/>
    <p:sldId xmlns:r="http://schemas.openxmlformats.org/officeDocument/2006/relationships" id="257" r:id="Rd12a4964f83b4ca3"/>
    <p:sldId xmlns:r="http://schemas.openxmlformats.org/officeDocument/2006/relationships" id="258" r:id="R59732b9d99be4161"/>
    <p:sldId xmlns:r="http://schemas.openxmlformats.org/officeDocument/2006/relationships" id="259" r:id="R1a01bceeb67044c5"/>
    <p:sldId xmlns:r="http://schemas.openxmlformats.org/officeDocument/2006/relationships" id="260" r:id="Rdedddb135c404b63"/>
    <p:sldId xmlns:r="http://schemas.openxmlformats.org/officeDocument/2006/relationships" id="261" r:id="R967e679bd2fb4a31"/>
    <p:sldId xmlns:r="http://schemas.openxmlformats.org/officeDocument/2006/relationships" id="262" r:id="R206533cadfdc4185"/>
    <p:sldId xmlns:r="http://schemas.openxmlformats.org/officeDocument/2006/relationships" id="263" r:id="Rae70531b5a41401a"/>
    <p:sldId xmlns:r="http://schemas.openxmlformats.org/officeDocument/2006/relationships" id="264" r:id="R085e58c048d6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09978ad75482f" /><Relationship Type="http://schemas.openxmlformats.org/officeDocument/2006/relationships/slideMaster" Target="/ppt/slideMasters/slideMaster1.xml" Id="R1d2907eae80d4189" /><Relationship Type="http://schemas.openxmlformats.org/officeDocument/2006/relationships/notesMaster" Target="/ppt/notesMasters/notesMaster1.xml" Id="Rb685c81f662d4888" /><Relationship Type="http://schemas.openxmlformats.org/officeDocument/2006/relationships/presProps" Target="/ppt/presProps.xml" Id="R226bd1bd68d54804" /><Relationship Type="http://schemas.openxmlformats.org/officeDocument/2006/relationships/viewProps" Target="/ppt/viewProps.xml" Id="R7d9bf87991b34d1c" /><Relationship Type="http://schemas.openxmlformats.org/officeDocument/2006/relationships/tableStyles" Target="/ppt/tableStyles.xml" Id="R862fbd42bd6a4f17" /><Relationship Type="http://schemas.openxmlformats.org/officeDocument/2006/relationships/slide" Target="/ppt/slides/slide1.xml" Id="Ra6780f9fc61740a5" /><Relationship Type="http://schemas.openxmlformats.org/officeDocument/2006/relationships/slide" Target="/ppt/slides/slide2.xml" Id="Rd12a4964f83b4ca3" /><Relationship Type="http://schemas.openxmlformats.org/officeDocument/2006/relationships/slide" Target="/ppt/slides/slide3.xml" Id="R59732b9d99be4161" /><Relationship Type="http://schemas.openxmlformats.org/officeDocument/2006/relationships/slide" Target="/ppt/slides/slide4.xml" Id="R1a01bceeb67044c5" /><Relationship Type="http://schemas.openxmlformats.org/officeDocument/2006/relationships/slide" Target="/ppt/slides/slide5.xml" Id="Rdedddb135c404b63" /><Relationship Type="http://schemas.openxmlformats.org/officeDocument/2006/relationships/slide" Target="/ppt/slides/slide6.xml" Id="R967e679bd2fb4a31" /><Relationship Type="http://schemas.openxmlformats.org/officeDocument/2006/relationships/slide" Target="/ppt/slides/slide7.xml" Id="R206533cadfdc4185" /><Relationship Type="http://schemas.openxmlformats.org/officeDocument/2006/relationships/slide" Target="/ppt/slides/slide8.xml" Id="Rae70531b5a41401a" /><Relationship Type="http://schemas.openxmlformats.org/officeDocument/2006/relationships/slide" Target="/ppt/slides/slide9.xml" Id="R085e58c048d6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e66d891a0446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e4cfc2f0a24455" /><Relationship Type="http://schemas.openxmlformats.org/officeDocument/2006/relationships/notesMaster" Target="/ppt/notesMasters/notesMaster1.xml" Id="R257f746bc22649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3692e17cb42d8" /><Relationship Type="http://schemas.openxmlformats.org/officeDocument/2006/relationships/notesMaster" Target="/ppt/notesMasters/notesMaster1.xml" Id="R8bdc67a35634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5a61bdc964f49" /><Relationship Type="http://schemas.openxmlformats.org/officeDocument/2006/relationships/notesMaster" Target="/ppt/notesMasters/notesMaster1.xml" Id="R56e2b973b23942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998eea2d04e65" /><Relationship Type="http://schemas.openxmlformats.org/officeDocument/2006/relationships/notesMaster" Target="/ppt/notesMasters/notesMaster1.xml" Id="Rbfed42e9420045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4909d546043e2" /><Relationship Type="http://schemas.openxmlformats.org/officeDocument/2006/relationships/notesMaster" Target="/ppt/notesMasters/notesMaster1.xml" Id="Rd72c69f454b5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45991eb6a4128" /><Relationship Type="http://schemas.openxmlformats.org/officeDocument/2006/relationships/notesMaster" Target="/ppt/notesMasters/notesMaster1.xml" Id="R6724f85a6b324d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e1cf15305411e" /><Relationship Type="http://schemas.openxmlformats.org/officeDocument/2006/relationships/notesMaster" Target="/ppt/notesMasters/notesMaster1.xml" Id="R6510edc181974a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d1b5737064485" /><Relationship Type="http://schemas.openxmlformats.org/officeDocument/2006/relationships/notesMaster" Target="/ppt/notesMasters/notesMaster1.xml" Id="Rbc95df734ffa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b854ea51cc4c9a" /><Relationship Type="http://schemas.openxmlformats.org/officeDocument/2006/relationships/notesMaster" Target="/ppt/notesMasters/notesMaster1.xml" Id="Ra626b386b1aa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老師好，本週我不會把模擬或板上判斷說成真實抑震成效。我要報告三個可驗證的交付：STM32 gating板上測試、App FFT／PSD規格，以及gating強健性限制。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weekly progress record, 2026-07-30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這三項的共同點是都有明確輸入、輸出和可重現答案。第一項已經上STM32；第二項交給App端；第三項不是為了做漂亮數字，而是主動找出失效條件。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algorithms/handoff/test_vectors/gating_frequency/README.md</a:t>
            </a:r>
          </a:p>
          <a:p xmlns:a="http://schemas.openxmlformats.org/drawingml/2006/main">
            <a:r>
              <a:t>- algorithms/handoff/TREMOR_FREQUENCY.md</a:t>
            </a:r>
          </a:p>
          <a:p xmlns:a="http://schemas.openxmlformats.org/drawingml/2006/main">
            <a:r>
              <a:t>- algorithms/handoff/test_vectors/gating_robustness/README.md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這裡要講清楚：STM32不是直接讀CSV。CSV先轉成C語言測試陣列，瑋哲再把原本BNO055即時輸入暫時切到測試陣列。每10毫秒送一筆給gating，IDE只看enabled是否符合答案。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algorithms/handoff/test_vectors/gating_frequency/README.md</a:t>
            </a:r>
          </a:p>
          <a:p xmlns:a="http://schemas.openxmlformats.org/drawingml/2006/main">
            <a:r>
              <a:t>- algorithms/handoff/test_vectors/gating_frequency/gating_frequency_vectors.h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現場不要只說全數通過，要說通過標準。1、2、3、7、8 Hz都維持0；4、5、6 Hz在持續達標後變成1。這證明板上判斷流程成立，但輸入振幅固定15 deg/s，不能外推到所有生活情境。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algorithms/handoff/test_vectors/gating_frequency/README.md</a:t>
            </a:r>
          </a:p>
          <a:p xmlns:a="http://schemas.openxmlformats.org/drawingml/2006/main">
            <a:r>
              <a:t>- algorithms/validation/test_gating_frequency_vectors.py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這一頁不要教完整數學，只要講資料怎麼走。App收400筆後做FFT／PSD，在3到7 Hz找主要頻率，在4到6 Hz算三軸RMS強度。已提供乾淨5 Hz、含雜訊資料和400筆BLE封包，因此柔妤可以對照Python答案驗收。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algorithms/handoff/TREMOR_FREQUENCY.md</a:t>
            </a:r>
          </a:p>
          <a:p xmlns:a="http://schemas.openxmlformats.org/drawingml/2006/main">
            <a:r>
              <a:t>- algorithms/handoff/APP_PSD_IMPLEMENTATION.md</a:t>
            </a:r>
          </a:p>
          <a:p xmlns:a="http://schemas.openxmlformats.org/drawingml/2006/main">
            <a:r>
              <a:t>- algorithms/validation/fixtures/ble_5hz_expected.json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老師可能問jitter是什麼：理想100 Hz每10毫秒一筆，但實際可能早到或晚到，例如正負2毫秒就是8到12毫秒。固定亂數種子只為重現同一組測試，不代表真實誤差固定。這些結果顯示目前最優先要測7 Hz高振幅、強自主動作和真實取樣時間。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algorithms/handoff/test_vectors/gating_robustness/README.md</a:t>
            </a:r>
          </a:p>
          <a:p xmlns:a="http://schemas.openxmlformats.org/drawingml/2006/main">
            <a:r>
              <a:t>- algorithms/validation/gating_robustness_sim.py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這頁是防守頁。enabled等於1只代表允許馬達開，不代表馬達力量足夠，也不代表抑震。freqEstimate仍不可作為App頻率；App使用原始三軸Gyro的FFT／PSD。真實抑震率必須等穩定雛形和第二顆獨立IMU。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algorithms/handoff/GATING_DESIGN.md</a:t>
            </a:r>
          </a:p>
          <a:p xmlns:a="http://schemas.openxmlformats.org/drawingml/2006/main">
            <a:r>
              <a:t>- algorithms/handoff/SUPPRESSION_VALIDATION.md</a:t>
            </a:r>
          </a:p>
          <a:p xmlns:a="http://schemas.openxmlformats.org/drawingml/2006/main">
            <a:r>
              <a:t>- algorithms/handoff/TREMOR_FREQUENCY.md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現場先跑1 Hz，指出enabled維持0；再跑5 Hz，讓老師看到約半秒後變1；最後跑7 Hz，證明15 deg/s下維持0。同時展示tremor envelope、voluntary envelope和ratio。若板子或IDE臨時出狀況，立即切換到離線demo，跑Python測試並開啟CSV。不要在人體上做臨時通電展示。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algorithms/handoff/test_vectors/gating_frequency/README.md</a:t>
            </a:r>
          </a:p>
          <a:p xmlns:a="http://schemas.openxmlformats.org/drawingml/2006/main">
            <a:r>
              <a:t>- algorithms/validation/test_gating_frequency_vectors.py</a:t>
            </a:r>
          </a:p>
          <a:p xmlns:a="http://schemas.openxmlformats.org/drawingml/2006/main">
            <a:r>
              <a:t>- algorithms/handoff/test_vectors/gating_robustness/amplitude_sweep.csv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結尾請老師聚焦在三個決策：是否先做7 Hz振幅邊界、是否同意資料無效就fail-safe關閉馬達，以及機構組何時能提供可重複的非人體負載治具。雛形未穩定前，我只做演算法與資料驗收，不宣稱實際抑震。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algorithms/handoff/REAL_DATA_PROTOCOL.md</a:t>
            </a:r>
          </a:p>
          <a:p xmlns:a="http://schemas.openxmlformats.org/drawingml/2006/main">
            <a:r>
              <a:t>- algorithms/handoff/SUPPRESSION_VALIDATION.md</a:t>
            </a:r>
          </a:p>
          <a:p xmlns:a="http://schemas.openxmlformats.org/drawingml/2006/main">
            <a:r>
              <a:t>- Internal weekly progress record, 2026-07-30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6651a296540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2715468794e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7bebb2e244d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534b52911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47fbcc2e44a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645dd82b24d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46c163ebe4d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c3d8b1f9944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3b5c40864476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0a50bd4eb41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03659c05048c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5ECBA6-EE6E-4EAA-A23F-E8F120DA21C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3D1607-4F34-429E-B216-44F5623A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FCFEC1-3B7A-406F-98AC-B5018E936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64DC06-9615-4DCF-B455-3DF0181EF8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BAB594-3938-4AB7-ADFB-16BB4FB15E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E7EA98-A8F4-4342-A29C-345FBD8F3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5F27B8B-FDD1-4245-A5CB-64DE547EE3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A23A19-3108-4DBC-8B09-1F7815D237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311D98-5B2E-4045-8C00-2FD5065A47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C9AB69-2D3C-4686-B531-4BD9B2F32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B86F41-FDC9-44AA-8A7D-B5C4BE5B6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244E3E-CE97-4694-AA36-A8D3B33223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3DA77B-446D-4C0B-BC32-705E49BED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D8E8B0-ADC9-4E3E-8D84-B3B2683620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A73306-08D8-4596-910E-04B314B4B9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452F5-3484-461E-8B7D-E14AFD9DB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248C44-C972-407F-84E1-232702A973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25C5FE-747B-4530-8FC8-1FD93ECCB5A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BE723D2-5818-41B8-8ED8-F8B97300BB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D223F5-0055-4170-9ADB-4ECC61056A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4DCAD1-9069-4629-90DF-3156C243E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F82AB7-20B0-41FC-8242-5FBD2EE48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1F491A-155D-4BE2-B5EB-2B18C93DF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FCE4C5-BB39-4EB3-A88D-26DB44E26E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06F4FF8-F836-4006-96A2-321E9D49EB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9ACD5B5-BBD5-4C4B-BA37-1EB7F452CF9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AC3621B-C31F-42FF-9037-6FF0DAB2FD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A191B36-2F3A-48C0-AB11-76775D9D73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5FA91BF-CB04-49C9-A989-FF10CF178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A301F6-0A77-4DBC-8054-6128BEF27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443ED22-2B0E-46B0-B0B0-09B6C3B610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513173F-D795-4E39-A602-4C7AB191E4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3861352-40DF-4F94-B1DE-623BF2BAD3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9E8B211-530D-488A-840C-4E9156205B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7E555E9-5CF5-4428-99A7-31F0E8186F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415ADF5-3FEF-4048-907E-8BE3A3BB46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759D13-4634-4B25-8300-FD93C38A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A49339-C542-4D6A-B98D-DE0673516F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ACCDEB8-CC70-4BA3-8526-C24BB95A77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726FBB7-4790-4D41-B0BB-388758313F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FA0FF1-3B9F-4698-BEEF-9611426EC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6703000-60E6-4898-9175-FE24E8CAD1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7DB986-77E3-44B1-8BEC-EEA33A6EA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79D502-544D-4858-A5D3-DB1E9D2C6F1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A794E4-2756-4EB2-B325-CAD2066F91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8BE28D-5C86-4328-808C-7D40583F86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7DE7EB-2620-47C2-A745-FC8F40DF7A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F527E7-BA87-41E3-B4B5-2CBE73937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58D3B5-E909-428C-AC8A-344C336B28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36F65A-CE5B-48D8-8D64-DAA7572354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B2CFA9-47AC-4A48-974E-B977CBC14A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253566-0BD3-45CB-AA60-E7FAA14839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5C64A8-444D-4F6C-9868-EE346C161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7608B2D-DA72-453C-AA90-BD6465D2D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6E6D11-4CE2-4AE6-AB8C-5B4A9E094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E61238-C7FA-4CC4-9DD2-BD984BC842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7C8754-B015-4F8A-A1AA-2FF20A108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D3DE4D-4F02-4BD5-B130-E3711B3B3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fa1e1d7d0493a" /><Relationship Type="http://schemas.openxmlformats.org/officeDocument/2006/relationships/slideLayout" Target="/ppt/slideLayouts/slideLayout1.xml" Id="R586453b940784583" /><Relationship Type="http://schemas.openxmlformats.org/officeDocument/2006/relationships/slideLayout" Target="/ppt/slideLayouts/slideLayout2.xml" Id="Rb099ada53ee2478d" /><Relationship Type="http://schemas.openxmlformats.org/officeDocument/2006/relationships/slideLayout" Target="/ppt/slideLayouts/slideLayout3.xml" Id="Rfd39fb12affc4b2e" /><Relationship Type="http://schemas.openxmlformats.org/officeDocument/2006/relationships/slideLayout" Target="/ppt/slideLayouts/slideLayout4.xml" Id="R62eb707b53dc407c" /><Relationship Type="http://schemas.openxmlformats.org/officeDocument/2006/relationships/slideLayout" Target="/ppt/slideLayouts/slideLayout5.xml" Id="Raa8aaff4ac0246ba" /><Relationship Type="http://schemas.openxmlformats.org/officeDocument/2006/relationships/slideLayout" Target="/ppt/slideLayouts/slideLayout6.xml" Id="R75934e2b414141ba" /><Relationship Type="http://schemas.openxmlformats.org/officeDocument/2006/relationships/slideLayout" Target="/ppt/slideLayouts/slideLayout7.xml" Id="R7537828457204c53" /><Relationship Type="http://schemas.openxmlformats.org/officeDocument/2006/relationships/slideLayout" Target="/ppt/slideLayouts/slideLayout8.xml" Id="R075d22a0a9924379" /><Relationship Type="http://schemas.openxmlformats.org/officeDocument/2006/relationships/slideLayout" Target="/ppt/slideLayouts/slideLayout9.xml" Id="Rdc14aa0b558f4aae" /><Relationship Type="http://schemas.openxmlformats.org/officeDocument/2006/relationships/slideLayout" Target="/ppt/slideLayouts/slideLayout10.xml" Id="R154a1916b3974f0c" /><Relationship Type="http://schemas.openxmlformats.org/officeDocument/2006/relationships/slideLayout" Target="/ppt/slideLayouts/slideLayout11.xml" Id="R64c6654122954d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4817509-1453-427E-BC08-67C165504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7907F8-2E1D-4078-A80E-56FE14249D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E6B531-3017-4C9E-AD11-9BC9A5715B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7/2/2026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0D579E-6A5F-4189-AD7E-7685FB6D15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B698B5-B0F9-4EE5-8D06-9F23B1A695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453b940784583"/>
    <p:sldLayoutId xmlns:r="http://schemas.openxmlformats.org/officeDocument/2006/relationships" id="2147483650" r:id="Rb099ada53ee2478d"/>
    <p:sldLayoutId xmlns:r="http://schemas.openxmlformats.org/officeDocument/2006/relationships" id="2147483651" r:id="Rfd39fb12affc4b2e"/>
    <p:sldLayoutId xmlns:r="http://schemas.openxmlformats.org/officeDocument/2006/relationships" id="2147483652" r:id="R62eb707b53dc407c"/>
    <p:sldLayoutId xmlns:r="http://schemas.openxmlformats.org/officeDocument/2006/relationships" id="2147483653" r:id="Raa8aaff4ac0246ba"/>
    <p:sldLayoutId xmlns:r="http://schemas.openxmlformats.org/officeDocument/2006/relationships" id="2147483654" r:id="R75934e2b414141ba"/>
    <p:sldLayoutId xmlns:r="http://schemas.openxmlformats.org/officeDocument/2006/relationships" id="2147483655" r:id="R7537828457204c53"/>
    <p:sldLayoutId xmlns:r="http://schemas.openxmlformats.org/officeDocument/2006/relationships" id="2147483656" r:id="R075d22a0a9924379"/>
    <p:sldLayoutId xmlns:r="http://schemas.openxmlformats.org/officeDocument/2006/relationships" id="2147483657" r:id="Rdc14aa0b558f4aae"/>
    <p:sldLayoutId xmlns:r="http://schemas.openxmlformats.org/officeDocument/2006/relationships" id="2147483658" r:id="R154a1916b3974f0c"/>
    <p:sldLayoutId xmlns:r="http://schemas.openxmlformats.org/officeDocument/2006/relationships" id="2147483659" r:id="R64c6654122954d7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6ceeb4ad224f35" /><Relationship Type="http://schemas.openxmlformats.org/officeDocument/2006/relationships/notesSlide" Target="/ppt/notesSlides/notesSlide1.xml" Id="R0acad3af61b54a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acf8e8f19b4d29" /><Relationship Type="http://schemas.openxmlformats.org/officeDocument/2006/relationships/notesSlide" Target="/ppt/notesSlides/notesSlide2.xml" Id="R414cd5da2de844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cca32a3f754140" /><Relationship Type="http://schemas.openxmlformats.org/officeDocument/2006/relationships/notesSlide" Target="/ppt/notesSlides/notesSlide3.xml" Id="R467219b3b3c6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8a49a8d1794108" /><Relationship Type="http://schemas.openxmlformats.org/officeDocument/2006/relationships/notesSlide" Target="/ppt/notesSlides/notesSlide4.xml" Id="R16acf3fb0bb2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52107e0b9c47ca" /><Relationship Type="http://schemas.openxmlformats.org/officeDocument/2006/relationships/notesSlide" Target="/ppt/notesSlides/notesSlide5.xml" Id="R7c5eb2b067c743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4e3d2772a74681" /><Relationship Type="http://schemas.openxmlformats.org/officeDocument/2006/relationships/notesSlide" Target="/ppt/notesSlides/notesSlide6.xml" Id="R0dc097fb711945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5a981f99e04224" /><Relationship Type="http://schemas.openxmlformats.org/officeDocument/2006/relationships/notesSlide" Target="/ppt/notesSlides/notesSlide7.xml" Id="R0b84e8033a7043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f231822f314cc5" /><Relationship Type="http://schemas.openxmlformats.org/officeDocument/2006/relationships/notesSlide" Target="/ppt/notesSlides/notesSlide8.xml" Id="Re5f6b489b8dc48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58ed2af3764083" /><Relationship Type="http://schemas.openxmlformats.org/officeDocument/2006/relationships/notesSlide" Target="/ppt/notesSlides/notesSlide9.xml" Id="Rd7c870b237d04b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29DFC9B-8678-4434-8A43-DEA61F46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2B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278731-C5E6-4360-87EA-F4B12504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103327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進度報告</a:t>
            </a:r>
          </a:p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演算法組｜7/30</a:t>
            </a:r>
          </a:p>
        </p:txBody>
      </p:sp>
    </p:spTree>
    <p:extLst>
      <p:ext uri="{BB962C8B-B14F-4D97-AF65-F5344CB8AC3E}">
        <p14:creationId xmlns:p14="http://schemas.microsoft.com/office/powerpoint/2010/main" val="2073862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8CBDE1-0A06-4C6D-879C-0AA6E92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本週完成三項可驗證交付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57B4CC-A254-46B5-8C67-CA00F82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68C0B40-ABA6-4532-AB82-CAF5DE0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949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STM32板上測試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1～8 Hz、5,600筆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固定15 deg/s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1～3、7、8 Hz關閉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4～6 Hz允許開啟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9CD269-E350-49AC-8C14-BCA4015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949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App交接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FFT／PSD規格＋驗收資料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400筆BLE fixture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372D6B-3AA4-4310-B70D-15AD0F9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1880"/>
            <a:ext cx="539496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延伸模擬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先找出會失效的邊界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振幅、混合動作、時序、掉點</a:t>
            </a:r>
          </a:p>
        </p:txBody>
      </p:sp>
    </p:spTree>
    <p:extLst>
      <p:ext uri="{BB962C8B-B14F-4D97-AF65-F5344CB8AC3E}">
        <p14:creationId xmlns:p14="http://schemas.microsoft.com/office/powerpoint/2010/main" val="746621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C9B5B7-B92E-42A5-9523-BE49EF4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板上測試使用人工Gyro，不是人體震顫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AFB254-B8C4-4B04-8AED-0FE0DA0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91B732F-FDE1-47FB-888F-01CF551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輸入：1～8 Hz｜15 deg/s｜100 Hz｜每組700筆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B280FFF-31FE-4441-ABED-FDA142A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10972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F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F6FD6"/>
                </a:solidFill>
                <a:latin typeface="Microsoft JhengHei"/>
                <a:ea typeface="Microsoft JhengHei"/>
                <a:cs typeface="Microsoft JhengHei"/>
              </a:rPr>
              <a:t>CSV → C測試陣列 → STM32 gating → IDE輸出 enabled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8593AC-34D8-4F44-92EC-C6853EF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865" y="3840480"/>
            <a:ext cx="368427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驗證判斷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不驗證抑震</a:t>
            </a:r>
          </a:p>
        </p:txBody>
      </p:sp>
    </p:spTree>
    <p:extLst>
      <p:ext uri="{BB962C8B-B14F-4D97-AF65-F5344CB8AC3E}">
        <p14:creationId xmlns:p14="http://schemas.microsoft.com/office/powerpoint/2010/main" val="7140221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E738D5A-ACAC-48B9-BA14-6C237CB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八組STM32測試全部符合預期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4F44E5-8AF2-43E9-81C6-1C55B8F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1529A94-2A3A-4CDA-9F24-026A935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72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判斷規則：4～6 Hz允許開啟；其他測試頻率維持關閉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7E492D5-6A8B-420E-AA55-C40EF866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09728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維持 enabled＝0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1、2、3、7、8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進入 enabled＝1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4、5、6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電腦端Python／C：5,600筆差異0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3EF37-8E80-47BC-9EBE-DEE4EAC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9728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rPr>
              <a:t>結論：板上gating判斷成立；真實配戴仍待驗證。</a:t>
            </a:r>
          </a:p>
        </p:txBody>
      </p:sp>
    </p:spTree>
    <p:extLst>
      <p:ext uri="{BB962C8B-B14F-4D97-AF65-F5344CB8AC3E}">
        <p14:creationId xmlns:p14="http://schemas.microsoft.com/office/powerpoint/2010/main" val="5847350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E738D5A-ACAC-48B9-BA14-6C237CB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App端已收到可驗收的FFT／PSD規格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4F44E5-8AF2-43E9-81C6-1C55B8F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1529A94-2A3A-4CDA-9F24-026A935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72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輸入：100 Hz三軸Gyro＋資料編號＋時間＋馬達狀態＋資料有效狀態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7E492D5-6A8B-420E-AA55-C40EF866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09728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最近4秒／400筆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扣平均 → Hann window → 400點FFT／PSD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3～7 Hz：主要頻率候選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4～6 Hz：三軸RMS震顫強度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每0.5秒更新；掉包則顯示資料不足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3EF37-8E80-47BC-9EBE-DEE4EAC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9728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rPr>
              <a:t>已交接規格與fixture；App串接仍由負責組員完成。</a:t>
            </a:r>
          </a:p>
        </p:txBody>
      </p:sp>
    </p:spTree>
    <p:extLst>
      <p:ext uri="{BB962C8B-B14F-4D97-AF65-F5344CB8AC3E}">
        <p14:creationId xmlns:p14="http://schemas.microsoft.com/office/powerpoint/2010/main" val="5847350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8CBDE1-0A06-4C6D-879C-0AA6E92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延伸模擬的價值是找出失效條件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57B4CC-A254-46B5-8C67-CA00F82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68C0B40-ABA6-4532-AB82-CAF5DE0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949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測試矩陣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56組</a:t>
            </a: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 頻率×振幅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40組</a:t>
            </a: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 2 Hz＋5 Hz混合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9組</a:t>
            </a: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 95／100／105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20組</a:t>
            </a: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 取樣間隔誤差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另測週期、隨機與200 ms連續掉點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9CD269-E350-49AC-8C14-BCA4015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949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發現一：頻帶邊界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7 Hz／20 deg/s可能誤開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實際105 Hz時，4 Hz可能漏判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372D6B-3AA4-4310-B70D-15AD0F9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1880"/>
            <a:ext cx="539496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發現二：生活情境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強烈2 Hz動作可能蓋過5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jitter下啟動延遲429～520 ms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資料失效時需明定安全策略</a:t>
            </a:r>
          </a:p>
        </p:txBody>
      </p:sp>
    </p:spTree>
    <p:extLst>
      <p:ext uri="{BB962C8B-B14F-4D97-AF65-F5344CB8AC3E}">
        <p14:creationId xmlns:p14="http://schemas.microsoft.com/office/powerpoint/2010/main" val="746621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8CBDE1-0A06-4C6D-879C-0AA6E92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目前證明的是判斷，不是抑震成效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57B4CC-A254-46B5-8C67-CA00F82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68C0B40-ABA6-4532-AB82-CAF5DE0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3949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已證明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C語言能在STM32執行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固定15 deg/s時能區分1～8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App規格有參考答案可驗收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強健性模擬可重現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9CD269-E350-49AC-8C14-BCA4015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3949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尚未證明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真實抑震率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N20能否在負載下跟上4～6 Hz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患者或真實生活成效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372D6B-3AA4-4310-B70D-15AD0F9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1880"/>
            <a:ext cx="539496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目前阻礙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穩定可重複測試的腕部雛形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因此PWM、負載及第二顆IMU尚未實測</a:t>
            </a:r>
          </a:p>
        </p:txBody>
      </p:sp>
    </p:spTree>
    <p:extLst>
      <p:ext uri="{BB962C8B-B14F-4D97-AF65-F5344CB8AC3E}">
        <p14:creationId xmlns:p14="http://schemas.microsoft.com/office/powerpoint/2010/main" val="746621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C9B5B7-B92E-42A5-9523-BE49EF4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現場demo先證明板上判斷，再展示限制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AFB254-B8C4-4B04-8AED-0FE0DA0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91B732F-FDE1-47FB-888F-01CF551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Live：CubeIDE Watch觀察Gyro、兩頻帶強度、ratio與enabled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B280FFF-31FE-4441-ABED-FDA142A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109728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F6F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F6FD6"/>
                </a:solidFill>
                <a:latin typeface="Microsoft JhengHei"/>
                <a:ea typeface="Microsoft JhengHei"/>
                <a:cs typeface="Microsoft JhengHei"/>
              </a:rPr>
              <a:t>1 Hz → 0　｜　5 Hz → 1　｜　7 Hz → 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8593AC-34D8-4F44-92EC-C6853EF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865" y="3840480"/>
            <a:ext cx="368427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備援demo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Python測試＋CSV結果</a:t>
            </a:r>
          </a:p>
        </p:txBody>
      </p:sp>
    </p:spTree>
    <p:extLst>
      <p:ext uri="{BB962C8B-B14F-4D97-AF65-F5344CB8AC3E}">
        <p14:creationId xmlns:p14="http://schemas.microsoft.com/office/powerpoint/2010/main" val="7140221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E738D5A-ACAC-48B9-BA14-6C237CB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A2B4A"/>
                </a:solidFill>
                <a:latin typeface="Microsoft JhengHei"/>
                <a:ea typeface="Microsoft JhengHei"/>
                <a:cs typeface="Microsoft JhengHei"/>
              </a:rPr>
              <a:t>下一步先補邊界證據，再等可測雛形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4F44E5-8AF2-43E9-81C6-1C55B8F2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78992"/>
            <a:ext cx="310896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1529A94-2A3A-4CDA-9F24-026A935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72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8/2：STM32測7 Hz在10／15／20 deg/s是否誤開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7E492D5-6A8B-420E-AA55-C40EF866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097280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27940">
            <a:solidFill>
              <a:srgbClr val="2F6F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8/3前確認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IMU固定與100 Hz實際取樣間隔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App解析400筆BLE驗收資料</a:t>
            </a:r>
          </a:p>
          <a:p xmlns:a="http://schemas.openxmlformats.org/drawingml/2006/main">
            <a:pPr algn="l">
              <a:defRPr sz="1800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A4250"/>
                </a:solidFill>
                <a:latin typeface="Microsoft JhengHei"/>
                <a:ea typeface="Microsoft JhengHei"/>
                <a:cs typeface="Microsoft JhengHei"/>
              </a:rPr>
              <a:t>非人體負載治具是否可重複測試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3EF37-8E80-47BC-9EBE-DEE4EAC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97280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27940">
            <a:solidFill>
              <a:srgbClr val="1F9D6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28016" rIns="164592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9D6B"/>
                </a:solidFill>
                <a:latin typeface="Microsoft JhengHei"/>
                <a:ea typeface="Microsoft JhengHei"/>
                <a:cs typeface="Microsoft JhengHei"/>
              </a:rPr>
              <a:t>雛形未穩定前，不宣稱抑震率、不進行人體通電測試。</a:t>
            </a:r>
          </a:p>
        </p:txBody>
      </p:sp>
    </p:spTree>
    <p:extLst>
      <p:ext uri="{BB962C8B-B14F-4D97-AF65-F5344CB8AC3E}">
        <p14:creationId xmlns:p14="http://schemas.microsoft.com/office/powerpoint/2010/main" val="5847350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2026-07-30T11:46:58.9600000Z</dcterms:created>
  <dcterms:modified xsi:type="dcterms:W3CDTF">2026-07-30T11:46:58.9600000Z</dcterms:modified>
</coreProperties>
</file>